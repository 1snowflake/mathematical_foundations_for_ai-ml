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6366F1"/>
                </a:solidFill>
              </a:defRPr>
            </a:pPr>
            <a:r>
              <a:t>Interactive AI / Math / ML Syllabus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1C1917"/>
                </a:solidFill>
              </a:defRPr>
            </a:pPr>
            <a:r>
              <a:t>A Unified Platform for Mathematical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The Problem with Traditional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Math and ML are highly visual, but taught via static equations.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Existing tools are fragmented (e.g. CNN Explainer only for CNNs, Seeing Theory only for Stats).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Lack of unified, step-by-step interactive platforms bridging Theory and Practice.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Our Framework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Built on Next.js 16, React 19, TypeScript, and Tailwind v4.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Layered Component Architecture: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  1. Routing (App Router, Dynamic Sidebar)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  2. Primitives (VectorCanvas, GraphEditor, Surface3D, MathBlock, ParamPanel)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  3. Algorithms (graphAlgorithms.ts, stats.ts, matrix.ts)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Everything is 'Textbook Meets Playground' - theory and interactive widgets coexist.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Select from 37 topics across 10 sections (Linear Algebra -&gt; Transformers).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Read theory with LaTeX-rendered math (KaTeX).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Interact directly with widgets (drag vectors, edit graphs, step through algorithms).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VCR-style controls (Play, Pause, Step) for algorithms like BFS, DFS, Minimax.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Solve hands-on 'Try It Yourself' challenges on each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UI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Dark Mode &amp; Responsive: Seamless theme switching, touch-friendly.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Modern Aesthetics: Animated gradients, smooth state transitions, glassmorphism elements.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Progress Dashboard: Circular progress rings, topic checkboxes, local tracking.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Accessible: Semantic HTML, high contrast text, visual cues beyond color.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Competitive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Our Project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TF Playground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Seeing Theory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Full ML/Math Syllabus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Neural Nets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Probability Only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Interactivity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Drag, Step-Through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Drag +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Click-based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Algorithm Playback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BFS, DFS, Minimax...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1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Progress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Yes (Dashboard)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Mobile Friendly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Desktop-First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Showcasing ML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Vectors &amp; Operations (Addition, Dot/Cross Product).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Graph Theory (BFS, DFS, step-by-step execution).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Neural Networks (Perceptron decision boundaries).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Optimization (3D Surface Gradient Descent paths).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Probability (Dynamic interactive distributions).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Game Playing (Minimax &amp; Alpha-Beta Pruning).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Backend user authentication and cloud progress syncing.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Interactive quizzes and graded assessments.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More advanced architectures (GANs, LSTMs in real-time).</a:t>
            </a:r>
          </a:p>
          <a:p>
            <a:pPr>
              <a:spcAft>
                <a:spcPts val="1000"/>
              </a:spcAft>
              <a:defRPr sz="2000">
                <a:solidFill>
                  <a:srgbClr val="1C1917"/>
                </a:solidFill>
              </a:defRPr>
            </a:pPr>
            <a:r>
              <a:t>Exportable interactive notebooks for educators.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